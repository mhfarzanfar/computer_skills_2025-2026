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Компьютерный практикум по научному письму</a:t>
            </a:r>
            <a:br/>
            <a:br/>
            <a:r>
              <a:rPr/>
              <a:t>Мохаммадхоссейн Фарзанфар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Освоить создание научных презентаций и постеров в LaTeX с использованием классов </a:t>
            </a:r>
            <a:r>
              <a:rPr b="1"/>
              <a:t>beamer</a:t>
            </a:r>
            <a:r>
              <a:rPr/>
              <a:t> и </a:t>
            </a:r>
            <a:r>
              <a:rPr b="1"/>
              <a:t>beamerposter</a:t>
            </a:r>
            <a:r>
              <a:rPr/>
              <a:t> (раздел 7 учебника).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Создать презентацию в Beamer с темой, блоками, паузами, uncover и математическими формулами.</a:t>
            </a:r>
          </a:p>
          <a:p>
            <a:pPr lvl="0"/>
            <a:r>
              <a:rPr/>
              <a:t>Создать научный постер формата A0 с помощью beamerposter.</a:t>
            </a:r>
          </a:p>
          <a:p>
            <a:pPr lvl="0"/>
            <a:r>
              <a:rPr/>
              <a:t>Скомпилировать оба документа в PDF.</a:t>
            </a:r>
          </a:p>
          <a:p>
            <a:pPr lvl="0"/>
            <a:r>
              <a:rPr/>
              <a:t>Получить файлы DOCX и PPTX через pandoc.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работы: Презентация в Beamer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 файл </a:t>
            </a:r>
            <a:r>
              <a:rPr>
                <a:latin typeface="Courier"/>
              </a:rPr>
              <a:t>presentation.tex</a:t>
            </a:r>
            <a:r>
              <a:rPr/>
              <a:t>. Использована тема </a:t>
            </a:r>
            <a:r>
              <a:rPr b="1"/>
              <a:t>Warsaw</a:t>
            </a:r>
            <a:r>
              <a:rPr/>
              <a:t> + цветовая схема </a:t>
            </a:r>
            <a:r>
              <a:rPr b="1"/>
              <a:t>beaver</a:t>
            </a:r>
            <a:r>
              <a:rPr/>
              <a:t>. В презентации реализованы все основные элементы из главы 7.1.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работы: Постер формата A0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 файл </a:t>
            </a:r>
            <a:r>
              <a:rPr>
                <a:latin typeface="Courier"/>
              </a:rPr>
              <a:t>poster.tex</a:t>
            </a:r>
            <a:r>
              <a:rPr/>
              <a:t> с использованием пакета </a:t>
            </a:r>
            <a:r>
              <a:rPr b="1"/>
              <a:t>beamerposter</a:t>
            </a:r>
            <a:r>
              <a:rPr/>
              <a:t>. Добавлен параметр </a:t>
            </a:r>
            <a:r>
              <a:rPr>
                <a:latin typeface="Courier"/>
              </a:rPr>
              <a:t>[fragile]</a:t>
            </a:r>
            <a:r>
              <a:rPr/>
              <a:t> для корректной работы </a:t>
            </a:r>
            <a:r>
              <a:rPr>
                <a:latin typeface="Courier"/>
              </a:rPr>
              <a:t>\verb</a:t>
            </a:r>
            <a:r>
              <a:rPr/>
              <a:t>. Постер содержит три колонки, блоки, цветной заголовок и изображение.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Компиляция и конвертация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Все файлы успешно скомпилированы и сконвертированы:</a:t>
            </a:r>
          </a:p>
          <a:p>
            <a:pPr lvl="0" indent="0">
              <a:buNone/>
            </a:pPr>
            <a:r>
              <a:rPr>
                <a:latin typeface="Courier"/>
              </a:rPr>
              <a:t>pdflatex presentation.tex      # → presentation.pdf
pdflatex poster.tex         # → poster.pdf
pandoc presentation.tex --mathml -o presentation.docx
pandoc presentation.tex -t pptx --mathml -o presentation.pptx
pandoc poster.tex --mathml -o poster.docx
pandoc poster.tex -t pptx --mathml -o poster.pptx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Использованные файлы</a:t>
            </a:r>
          </a:p>
          <a:p>
            <a:pPr lvl="0"/>
            <a:r>
              <a:rPr>
                <a:latin typeface="Courier"/>
              </a:rPr>
              <a:t>presentation.tex</a:t>
            </a:r>
            <a:r>
              <a:rPr/>
              <a:t> — исходный код презентации</a:t>
            </a:r>
          </a:p>
          <a:p>
            <a:pPr lvl="0"/>
            <a:r>
              <a:rPr>
                <a:latin typeface="Courier"/>
              </a:rPr>
              <a:t>poster.tex</a:t>
            </a:r>
            <a:r>
              <a:rPr/>
              <a:t> — исходный код постера</a:t>
            </a:r>
          </a:p>
          <a:p>
            <a:pPr lvl="0"/>
            <a:r>
              <a:rPr>
                <a:latin typeface="Courier"/>
              </a:rPr>
              <a:t>logo.jpg</a:t>
            </a:r>
            <a:r>
              <a:rPr/>
              <a:t> — изображение для постера</a:t>
            </a:r>
          </a:p>
          <a:p>
            <a:pPr lvl="0"/>
            <a:r>
              <a:rPr>
                <a:latin typeface="Courier"/>
              </a:rPr>
              <a:t>cite.bib</a:t>
            </a:r>
            <a:r>
              <a:rPr/>
              <a:t> — файл библиографии</a:t>
            </a:r>
          </a:p>
          <a:p>
            <a:pPr lvl="0"/>
            <a:r>
              <a:rPr/>
              <a:t>Папка </a:t>
            </a:r>
            <a:r>
              <a:rPr>
                <a:latin typeface="Courier"/>
              </a:rPr>
              <a:t>image07/</a:t>
            </a:r>
            <a:r>
              <a:rPr/>
              <a:t> — скриншоты для отчёта</a:t>
            </a:r>
          </a:p>
        </p:txBody>
      </p:sp>
      <p:pic>
        <p:nvPicPr>
          <p:cNvPr descr="image07/Presentation%2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193800"/>
            <a:ext cx="4419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Фрагмент кода presentation.tex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5: Фрагмент кода presentation.tex (основная часть)</a:t>
            </a:r>
          </a:p>
        </p:txBody>
      </p:sp>
      <p:pic>
        <p:nvPicPr>
          <p:cNvPr descr="image07/Presentation%20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197100" y="1193800"/>
            <a:ext cx="476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Фрагмент кода presentation.tex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6: Фрагмент кода presentation.tex (математика и советы)</a:t>
            </a:r>
          </a:p>
        </p:txBody>
      </p:sp>
      <p:pic>
        <p:nvPicPr>
          <p:cNvPr descr="image07/Poster%201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Фрагмент кода poster.tex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7: Фрагмент кода poster.tex (основная часть)</a:t>
            </a:r>
          </a:p>
        </p:txBody>
      </p:sp>
      <p:pic>
        <p:nvPicPr>
          <p:cNvPr descr="image07/Poster%202.pn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921000" y="1193800"/>
            <a:ext cx="3314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Фрагмент кода poster.tex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8: Фрагмент кода poster.tex (продолжение)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Выводы</a:t>
            </a:r>
          </a:p>
          <a:p>
            <a:pPr lvl="0" indent="0" marL="0">
              <a:buNone/>
            </a:pPr>
            <a:r>
              <a:rPr/>
              <a:t>В ходе лабораторной работы №7 были освоены навыки создания презентаций и постеров в LaTeX. Beamer позволяет делать динамичные слайды, а beamerposter — большие визуальные материалы. Конвертация в офисные форматы через pandoc удобна.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№7</dc:title>
  <dc:creator>Мохаммадхоссейн Фарзанфар</dc:creator>
  <cp:keywords/>
  <dcterms:created xsi:type="dcterms:W3CDTF">2025-12-06T16:00:44Z</dcterms:created>
  <dcterms:modified xsi:type="dcterms:W3CDTF">2025-12-06T16:00:44Z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institute">
    <vt:lpwstr>РУДН</vt:lpwstr>
  </property>
  <property fmtid="{D5CDD505-2E9C-101B-9397-08002B2CF9AE}" pid="4" name="revealjs-url">
    <vt:lpwstr>https://revealjs.com</vt:lpwstr>
  </property>
  <property fmtid="{D5CDD505-2E9C-101B-9397-08002B2CF9AE}" pid="5" name="subtitle">
    <vt:lpwstr>Компьютерный практикум по научному письму</vt:lpwstr>
  </property>
</Properties>
</file>