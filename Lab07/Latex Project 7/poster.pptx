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A Brief Introduction to LaTeX for Scientific Writing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Mohammadhossein Farzanfar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1 A Brief Introduction to LaTeX for Scientific Writing</a:t>
                </a:r>
                <a:br>
                  <a:rPr dirty="0"/>
                </a:br>
                <a:r>
                  <a:rPr dirty="0" err="1"/>
                  <a:t>Mohammadhossein</a:t>
                </a:r>
                <a:r>
                  <a:rPr dirty="0"/>
                  <a:t> Farzanfar RUDN University</a:t>
                </a:r>
              </a:p>
              <a:p>
                <a:pPr marL="0" lvl="0" indent="0">
                  <a:buNone/>
                </a:pPr>
                <a:r>
                  <a:rPr dirty="0"/>
                  <a:t>.33</a:t>
                </a:r>
              </a:p>
              <a:p>
                <a:pPr marL="0" lvl="0" indent="0">
                  <a:buNone/>
                </a:pPr>
                <a:r>
                  <a:rPr dirty="0"/>
                  <a:t>Why LaTeX? LaTeX handles complex math and structures better than Word.</a:t>
                </a:r>
                <a:br>
                  <a:rPr dirty="0"/>
                </a:br>
                <a:r>
                  <a:rPr dirty="0"/>
                  <a:t>Example: Sections with </a:t>
                </a:r>
                <a:r>
                  <a:rPr dirty="0">
                    <a:latin typeface="Courier"/>
                  </a:rPr>
                  <a:t>\section{}</a:t>
                </a:r>
                <a:r>
                  <a:rPr dirty="0"/>
                  <a:t>.</a:t>
                </a:r>
              </a:p>
              <a:p>
                <a:pPr marL="0" lvl="0" indent="0">
                  <a:buNone/>
                </a:pPr>
                <a:r>
                  <a:rPr dirty="0"/>
                  <a:t>Math Example A set: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𝑍</m:t>
                    </m:r>
                    <m:r>
                      <a:rPr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nor/>
                      </m:rPr>
                      <a:rPr/>
                      <m:t>cow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/>
                      <m:t>pig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/>
                      <m:t>elephant</m:t>
                    </m:r>
                    <m:r>
                      <a:rPr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dirty="0"/>
                  <a:t>.</a:t>
                </a:r>
                <a:br>
                  <a:rPr dirty="0"/>
                </a:br>
                <a:r>
                  <a:rPr dirty="0"/>
                  <a:t>Natural numbers: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ℕ</m:t>
                    </m:r>
                    <m:r>
                      <a:rPr>
                        <a:latin typeface="Cambria Math" panose="02040503050406030204" pitchFamily="18" charset="0"/>
                      </a:rPr>
                      <m:t>={1,2,3,…}</m:t>
                    </m:r>
                  </m:oMath>
                </a14:m>
                <a:r>
                  <a:rPr dirty="0"/>
                  <a:t>.</a:t>
                </a:r>
              </a:p>
              <a:p>
                <a:pPr marL="0" lvl="0" indent="0">
                  <a:buNone/>
                </a:pPr>
                <a:r>
                  <a:rPr dirty="0"/>
                  <a:t>.33</a:t>
                </a:r>
              </a:p>
              <a:p>
                <a:pPr marL="0" lvl="0" indent="0">
                  <a:buNone/>
                </a:pPr>
                <a:r>
                  <a:rPr sz="2600" dirty="0"/>
                  <a:t>Derivative Example Product rule: </a:t>
                </a:r>
                <a14:m>
                  <m:oMath xmlns:m="http://schemas.openxmlformats.org/officeDocument/2006/math">
                    <m:r>
                      <a:rPr sz="260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sz="26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2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sz="2600"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ctrlPr>
                          <a:rPr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br>
                  <a:rPr sz="2600" dirty="0"/>
                </a:br>
                <a14:m>
                  <m:oMath xmlns:m="http://schemas.openxmlformats.org/officeDocument/2006/math">
                    <m:r>
                      <a:rPr sz="2600">
                        <a:latin typeface="Cambria Math" panose="02040503050406030204" pitchFamily="18" charset="0"/>
                      </a:rPr>
                      <m:t>𝑓</m:t>
                    </m:r>
                    <m:r>
                      <a:rPr sz="260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sz="2600">
                        <a:latin typeface="Cambria Math" panose="02040503050406030204" pitchFamily="18" charset="0"/>
                      </a:rPr>
                      <m:t>=2</m:t>
                    </m:r>
                    <m:r>
                      <a:rPr sz="260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sz="2600"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ctrlPr>
                          <a:rPr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sz="260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2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sz="260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600" dirty="0"/>
                  <a:t>.</a:t>
                </a:r>
              </a:p>
              <a:p>
                <a:pPr marL="0" lvl="0" indent="0">
                  <a:buNone/>
                </a:pPr>
                <a:r>
                  <a:rPr sz="2600" dirty="0"/>
                  <a:t>image</a:t>
                </a:r>
              </a:p>
              <a:p>
                <a:pPr marL="0" lvl="0" indent="0">
                  <a:buNone/>
                </a:pPr>
                <a:r>
                  <a:rPr sz="2600" dirty="0"/>
                  <a:t>.33</a:t>
                </a:r>
              </a:p>
              <a:p>
                <a:pPr marL="0" lvl="0" indent="0">
                  <a:buNone/>
                </a:pPr>
                <a:r>
                  <a:rPr sz="2600" dirty="0"/>
                  <a:t>Tips - Use pictures over text. - Examples before definitions. - Keep presentations short.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1975" r="-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On-screen Show (16:9)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Cambria Math</vt:lpstr>
      <vt:lpstr>Courier</vt:lpstr>
      <vt:lpstr>Office Theme</vt:lpstr>
      <vt:lpstr>A Brief Introduction to LaTeX for Scientific Writing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Brief Introduction to LaTeX for Scientific Writing</dc:title>
  <dc:creator>Mohammadhossein Farzanfar</dc:creator>
  <cp:keywords/>
  <cp:lastModifiedBy>Koosha Farzanfar</cp:lastModifiedBy>
  <cp:revision>1</cp:revision>
  <dcterms:created xsi:type="dcterms:W3CDTF">2025-12-06T14:34:52Z</dcterms:created>
  <dcterms:modified xsi:type="dcterms:W3CDTF">2025-12-06T14:39:12Z</dcterms:modified>
</cp:coreProperties>
</file>